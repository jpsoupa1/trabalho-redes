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C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157A6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1F9E8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987552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 · 2026/1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74520" y="1170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CEUB · Prof. Thiago Neves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 / FTPS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Arquivos na Camada de Aplicação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841248" y="457200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1F9E8C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4572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1248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prático · VirtualBox + Ubuntu + vsftpd · Análise de tráfego com Wireshark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801368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9476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73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protocolo FTP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20939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problema que resolve e os dois canais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11112" y="1801368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9476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733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Portas e modos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452360" y="20939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Controle/dados, modo ativo x passivo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044952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6112" y="3429000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7530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300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FTP x FTPS x SFTP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37360" y="3721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 o papel do TLS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55080" y="3044952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11112" y="3429000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57530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3009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Topologia do laboratório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452360" y="3721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Máquinas, IPs e softwares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40080" y="467258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96112" y="5056632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520293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9286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Demonstração prática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737360" y="5349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upload, download, captura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355080" y="4672584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611112" y="5056632"/>
            <a:ext cx="603504" cy="603504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5202936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49286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Segurança: o contraste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7452360" y="5349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exposta x tráfego cifrado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FTP?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Protocol — um dos protocolos mais antigos da Internet (1971)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um problema simples: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arquivos entre dois computadores pela rede — enviar (upload) e baixar (download).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cliente–servidor: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guarda os arquivos e espera conexões.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conecta para enviar ou buscar arquivos.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por comandos de texto (USER, PASS, LIST...).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69480" y="3108960"/>
            <a:ext cx="1005840" cy="1005840"/>
          </a:xfrm>
          <a:prstGeom prst="ellipse">
            <a:avLst/>
          </a:prstGeom>
          <a:solidFill>
            <a:srgbClr val="F4F7FA"/>
          </a:solidFill>
          <a:ln w="25400">
            <a:solidFill>
              <a:srgbClr val="1F9E8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331927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921240" y="3108960"/>
            <a:ext cx="1005840" cy="1005840"/>
          </a:xfrm>
          <a:prstGeom prst="ellipse">
            <a:avLst/>
          </a:prstGeom>
          <a:solidFill>
            <a:srgbClr val="F4F7FA"/>
          </a:solidFill>
          <a:ln w="25400">
            <a:solidFill>
              <a:srgbClr val="1F9E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3319272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383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66760" y="3429000"/>
            <a:ext cx="1463040" cy="0"/>
          </a:xfrm>
          <a:prstGeom prst="line">
            <a:avLst/>
          </a:prstGeom>
          <a:noFill/>
          <a:ln w="25400">
            <a:solidFill>
              <a:srgbClr val="157A6E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827532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366760" y="37947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headEnd type="triangle"/>
          </a:ln>
        </p:spPr>
      </p:sp>
      <p:sp>
        <p:nvSpPr>
          <p:cNvPr id="17" name="Text 13"/>
          <p:cNvSpPr/>
          <p:nvPr/>
        </p:nvSpPr>
        <p:spPr>
          <a:xfrm>
            <a:off x="82753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76656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cliente–servidor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conceito-chave: dois canais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FTP usa duas conexões TCP simultaneamente — isso explica as portas e os modos.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C3A5C"/>
          </a:solidFill>
          <a:ln w="19050">
            <a:solidFill>
              <a:srgbClr val="1F9E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76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Controle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874520" y="26060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57A6E"/>
          </a:solidFill>
          <a:ln/>
        </p:spPr>
      </p:sp>
      <p:sp>
        <p:nvSpPr>
          <p:cNvPr id="9" name="Text 6"/>
          <p:cNvSpPr/>
          <p:nvPr/>
        </p:nvSpPr>
        <p:spPr>
          <a:xfrm>
            <a:off x="1874520" y="2606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1089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passam os comandos: login, "liste os arquivos", "me envie o arquivo X". Fica aberto durante toda a sessão.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55080" y="182880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C3A5C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14884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176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Dados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589520" y="26060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07820"/>
          </a:solidFill>
          <a:ln/>
        </p:spPr>
      </p:sp>
      <p:sp>
        <p:nvSpPr>
          <p:cNvPr id="16" name="Text 12"/>
          <p:cNvSpPr/>
          <p:nvPr/>
        </p:nvSpPr>
        <p:spPr>
          <a:xfrm>
            <a:off x="7589520" y="2606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20 / PASSIVA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20840" y="31089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passa o conteúdo dos arquivos. Abre quando há transferência e fecha em seguida.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43434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0E2034"/>
          </a:solidFill>
          <a:ln w="12700">
            <a:solidFill>
              <a:srgbClr val="28486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4526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Ativo  x  Modo Passivo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Ativo: </a:t>
            </a:r>
            <a:pPr indent="0" marL="0"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inicia a conexão de dados de volta ao cliente — firewalls do cliente costumam bloquear.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inicia as duas conexões; o servidor só informa a porta. É o padrão atual — e por isso liberamos a faixa 40000–40100 no firewall.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  x  FTPS  x  SFTP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diferentes que costumam ser confundidas.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D953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3520440" cy="594360"/>
          </a:xfrm>
          <a:prstGeom prst="rect">
            <a:avLst/>
          </a:prstGeom>
          <a:solidFill>
            <a:srgbClr val="D953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189280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41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440180" y="3154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0" name="Text 7"/>
          <p:cNvSpPr/>
          <p:nvPr/>
        </p:nvSpPr>
        <p:spPr>
          <a:xfrm>
            <a:off x="1440180" y="3154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puro, sem criptografia. Login, senha e arquivos trafegam em texto claro.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5212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1198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11980" y="16916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2E8B57"/>
          </a:solidFill>
          <a:ln/>
        </p:spPr>
      </p:sp>
      <p:sp>
        <p:nvSpPr>
          <p:cNvPr id="15" name="Shape 12"/>
          <p:cNvSpPr/>
          <p:nvPr/>
        </p:nvSpPr>
        <p:spPr>
          <a:xfrm>
            <a:off x="4411980" y="2331720"/>
            <a:ext cx="3520440" cy="59436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92808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11980" y="2441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212080" y="3154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9" name="Text 15"/>
          <p:cNvSpPr/>
          <p:nvPr/>
        </p:nvSpPr>
        <p:spPr>
          <a:xfrm>
            <a:off x="5212080" y="3154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21 + TLS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3202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FTP de sempre + uma camada TLS por cima (a mesma do HTTPS). Mantém os dois canais.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732020" y="5212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+ TLS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83880" y="169164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83880" y="169164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5A6B7B"/>
          </a:solidFill>
          <a:ln/>
        </p:spPr>
      </p:sp>
      <p:sp>
        <p:nvSpPr>
          <p:cNvPr id="24" name="Shape 20"/>
          <p:cNvSpPr/>
          <p:nvPr/>
        </p:nvSpPr>
        <p:spPr>
          <a:xfrm>
            <a:off x="8183880" y="2331720"/>
            <a:ext cx="3520440" cy="594360"/>
          </a:xfrm>
          <a:prstGeom prst="rect">
            <a:avLst/>
          </a:prstGeom>
          <a:solidFill>
            <a:srgbClr val="5A6B7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0" y="1892808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83880" y="2441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8983980" y="31546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A6B7B"/>
          </a:solidFill>
          <a:ln/>
        </p:spPr>
      </p:sp>
      <p:sp>
        <p:nvSpPr>
          <p:cNvPr id="28" name="Text 23"/>
          <p:cNvSpPr/>
          <p:nvPr/>
        </p:nvSpPr>
        <p:spPr>
          <a:xfrm>
            <a:off x="8983980" y="3154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22 (SSH)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503920" y="37033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totalmente diferente, roda sobre SSH. Apesar do nome, não tem relação com o FTP.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503920" y="5212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FTP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laboratório configuramos FTPS explícito (porta 21 + AUTH TLS). SFTP foi apenas citado para contraste.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Topologia do laboratório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host-only isolada (192.168.56.0/24) entre as duas máquinas virtuais.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651760"/>
            <a:ext cx="1280160" cy="1280160"/>
          </a:xfrm>
          <a:prstGeom prst="ellipse">
            <a:avLst/>
          </a:prstGeom>
          <a:solidFill>
            <a:srgbClr val="F4F7FA"/>
          </a:solidFill>
          <a:ln w="31750">
            <a:solidFill>
              <a:srgbClr val="1F9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95351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cliente-ftp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Desktop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219456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57A6E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194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192.168.56.20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869680" y="2651760"/>
            <a:ext cx="1280160" cy="1280160"/>
          </a:xfrm>
          <a:prstGeom prst="ellipse">
            <a:avLst/>
          </a:prstGeom>
          <a:solidFill>
            <a:srgbClr val="F4F7FA"/>
          </a:solidFill>
          <a:ln w="31750">
            <a:solidFill>
              <a:srgbClr val="1F9E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432" y="295351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srv-ftp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2296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+ vsftpd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58200" y="219456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57A6E"/>
          </a:solidFill>
          <a:ln/>
        </p:spPr>
      </p:sp>
      <p:sp>
        <p:nvSpPr>
          <p:cNvPr id="16" name="Text 12"/>
          <p:cNvSpPr/>
          <p:nvPr/>
        </p:nvSpPr>
        <p:spPr>
          <a:xfrm>
            <a:off x="8458200" y="2194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192.168.56.10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0" y="3291840"/>
            <a:ext cx="74523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15000" y="2880360"/>
            <a:ext cx="822960" cy="8229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063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976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host-only (vboxnet0)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2976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/ FTPS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50749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228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31520" y="5221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Virtualizador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31520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862072" y="50749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228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953512" y="5221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FTP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2953512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3.0.5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84064" y="50749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228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175504" y="5221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5175504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/ lftp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306056" y="50749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228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397496" y="5221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397496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528048" y="507492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1228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619488" y="52212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9619488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5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REDE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Conectividade entre as VMs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1-05-ping-conectivid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nos dois sentidos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49640" y="2606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fixos aplicados: servidor .10 e cliente .20.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com 0% de perda confirma a rede host-only funcionando.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pronta para subir o serviço FTP.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validada 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5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SERVIDOR FTP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do vsftpd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2-03-vsftpd-con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da configuração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49640" y="2606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anonymous_enable=NO bloqueia acesso anônimo.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chroot_local_user prende o usuário na pasta dele.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passiva 40000–40100 definida.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dedicado: usuarioftp.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ativo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5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TESTES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e download de arquivos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3-03-upload-arqui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FTP em ação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49640" y="2606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→ STOR (envia arquivo do cliente).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→ RETR (baixa arquivo do servidor).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→ LIST (listagem remota).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Transfer complete confirma o sucesso.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OK ✓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CAPTURA FTP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senha viaja em texto claro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4-01-senha-exposta-ft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1C3A5C"/>
          </a:solidFill>
          <a:ln w="19050">
            <a:solidFill>
              <a:srgbClr val="D9534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 TCP Stream: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49640" y="2286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usuarioftp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5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********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49640" y="3246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legível — qualquer um na mesma rede capturando o tráfego vê o usuário e a senha.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comandos brutos do protocolo (USER, PASS, LIST) aparecem na captura.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5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FTPS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Certificado digital com OpenSSL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5-01-gerar-certifica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autoassinado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49640" y="2606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X.509, chave RSA de 2048 bits.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de 1 ano (-days 365).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Name = 192.168.56.10 (IP do servidor).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Apontado no vsftpd com ssl_enable=YES.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ativado 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57A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FTPS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Conexão FTPS: explícito x implícito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5-04-ftps-conexao-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Implícito x Explícito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549640" y="2606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ftps:// tenta porta 990 (implícito) → falhou.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ftp:// + ssl-force usa porta 21 com AUTH TLS (explícito).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listagem funcionou e o canal ficou cifrado.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virou prática diante dos nossos olhos.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2" name="Text 8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segura ✓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CAPTURA FTPS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o tráfego está criptografado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85216" y="1499616"/>
            <a:ext cx="7424928" cy="4219391"/>
          </a:xfrm>
          <a:prstGeom prst="roundRect">
            <a:avLst>
              <a:gd name="adj" fmla="val 17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home/claude/trabalho/prints/fase5-05-wireshark-ft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315200" cy="410966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75320" y="1554480"/>
            <a:ext cx="3246120" cy="4754880"/>
          </a:xfrm>
          <a:prstGeom prst="roundRect">
            <a:avLst>
              <a:gd name="adj" fmla="val 2817"/>
            </a:avLst>
          </a:prstGeom>
          <a:solidFill>
            <a:srgbClr val="1C3A5C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5496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captura aparece: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496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 → AUTH TLS → 234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549640" y="283464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AUTH TLS, o login e os dados ficam cifrados.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USER nem PASS legível — a senha desapareceu da captura.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EPSV abre o canal de dados na faixa passiva.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549640" y="5742432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5742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contraste: FTP x FTPS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operação de login, capturada duas vezes.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D953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440680" cy="640080"/>
          </a:xfrm>
          <a:prstGeom prst="roundRect">
            <a:avLst>
              <a:gd name="adj" fmla="val 14286"/>
            </a:avLst>
          </a:prstGeom>
          <a:solidFill>
            <a:srgbClr val="D953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5440680" cy="274320"/>
          </a:xfrm>
          <a:prstGeom prst="rect">
            <a:avLst/>
          </a:prstGeom>
          <a:solidFill>
            <a:srgbClr val="D953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— sem criptografia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59536" y="2551176"/>
            <a:ext cx="5001768" cy="2858065"/>
          </a:xfrm>
          <a:prstGeom prst="roundRect">
            <a:avLst>
              <a:gd name="adj" fmla="val 25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10" name="Image 1" descr="/home/claude/trabalho/prints/fase4-01-senha-exposta-ft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892040" cy="27483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760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 PASS legíveis na captura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63640" y="173736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14" name="Shape 10"/>
          <p:cNvSpPr/>
          <p:nvPr/>
        </p:nvSpPr>
        <p:spPr>
          <a:xfrm>
            <a:off x="6263640" y="2103120"/>
            <a:ext cx="5257800" cy="2743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1783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 — com TLS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483096" y="2551176"/>
            <a:ext cx="4818888" cy="275532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18" name="Image 3" descr="/home/claude/trabalho/prints/fase5-05-wireshark-ftp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606040"/>
            <a:ext cx="4709160" cy="26455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5760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cifrado — senha invisível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encontrados e como resolvemos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fixo não aplicava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1965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escrita 'ensp0s8' (s a mais). Conferimos com ip a e corrigimos.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1828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61111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não iniciava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0" y="1965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'ssl_tlsv1_2' inválida. Rodamos vsftpd em 1º plano e vimos o erro; corrigido para ssl_tlsv1.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96112" y="34290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96112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0020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dados falhava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'asv_min_port' sem o 'p'. Revisamos o arquivo e adicionamos pasv_address.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55080" y="30175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11112" y="34290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19"/>
          <p:cNvSpPr/>
          <p:nvPr/>
        </p:nvSpPr>
        <p:spPr>
          <a:xfrm>
            <a:off x="6611112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3200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na porta 990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315200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ftps:// = implícito. Usamos ftp:// + ssl-force para FTPS explícito na porta 21.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6177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96112" y="50292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4"/>
          <p:cNvSpPr/>
          <p:nvPr/>
        </p:nvSpPr>
        <p:spPr>
          <a:xfrm>
            <a:off x="896112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6002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recusava senha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600200" y="5166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entre senha do sistema e do FTP. Redefinimos com passwd.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355080" y="461772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11112" y="50292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29"/>
          <p:cNvSpPr/>
          <p:nvPr/>
        </p:nvSpPr>
        <p:spPr>
          <a:xfrm>
            <a:off x="6611112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compartilhada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315200" y="5166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vboxsf só vale após reboot; nome era .pcapng. Reiniciamos e corrigimos o caminho.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na prática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C3A5C"/>
          </a:solidFill>
          <a:ln w="12700">
            <a:solidFill>
              <a:srgbClr val="2E527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4871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03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um serviço real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no ar com usuário dedicado, chroot e acesso anônimo bloqueado.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C3A5C"/>
          </a:solidFill>
          <a:ln w="12700">
            <a:solidFill>
              <a:srgbClr val="2E527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286000"/>
            <a:ext cx="777240" cy="777240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48716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103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e interpretamos pacotes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80960" y="26243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os comandos do protocolo e a diferença entre tráfego claro e cifrado.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C3A5C"/>
          </a:solidFill>
          <a:ln w="12700">
            <a:solidFill>
              <a:srgbClr val="2E527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343400"/>
            <a:ext cx="777240" cy="777240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54456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605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Comprovamos o valor do FTPS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46817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exposta no FTP some completamente sob TLS no FTPS.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840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C3A5C"/>
          </a:solidFill>
          <a:ln w="12700">
            <a:solidFill>
              <a:srgbClr val="2E527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343400"/>
            <a:ext cx="777240" cy="777240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454456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1605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erros reais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80960" y="46817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digitação, portas passivas e explícito x implícito — diagnosticados com método.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F9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para a turma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97280" y="1828800"/>
            <a:ext cx="502920" cy="502920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792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28800" y="160020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FTP precisa de DOIS canais, e o que muda entre modo ativo e passivo?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2715768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97280" y="2944368"/>
            <a:ext cx="502920" cy="502920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828800" y="271576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colega capturar o tráfego da rede, o que ele consegue ler numa sessão FTP comum?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3831336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97280" y="4059936"/>
            <a:ext cx="502920" cy="502920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828800" y="3831336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FTPS explícito (porta 21) e implícito (porta 990)?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22960" y="4946904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97280" y="5175504"/>
            <a:ext cx="502920" cy="502920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828800" y="4946904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SFTP, apesar do nome, não é a mesma coisa que FTPS?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4572000" cy="4572000"/>
          </a:xfrm>
          <a:prstGeom prst="ellipse">
            <a:avLst/>
          </a:prstGeom>
          <a:solidFill>
            <a:srgbClr val="1C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157A6E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828800"/>
            <a:ext cx="1828800" cy="1828800"/>
          </a:xfrm>
          <a:prstGeom prst="ellipse">
            <a:avLst/>
          </a:prstGeom>
          <a:solidFill>
            <a:srgbClr val="1F9E8C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377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931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— FTP / FTPS · Redes de Computadores 2026/1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FTP / FTPS - Redes de Computadores</dc:title>
  <dc:subject>PptxGenJS Presentation</dc:subject>
  <dc:creator>Grupo 2</dc:creator>
  <cp:lastModifiedBy>Grupo 2</cp:lastModifiedBy>
  <cp:revision>1</cp:revision>
  <dcterms:created xsi:type="dcterms:W3CDTF">2026-06-25T22:27:28Z</dcterms:created>
  <dcterms:modified xsi:type="dcterms:W3CDTF">2026-06-25T22:27:28Z</dcterms:modified>
</cp:coreProperties>
</file>